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DD197-F28E-4A06-B309-032AEB645E6C}" v="1" dt="2026-09-06T06:58:39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154E-7ED8-B708-3167-FFEDA306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4E013-9FF9-6ECC-BF84-C885F59F7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455F5-63F0-04ED-1699-46B231EE6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FABF2-23A8-6BA6-96C4-6F30B0F5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D58F4-10B9-4835-0B68-E656E92B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35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395B-84FA-975F-D48F-82B97E09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8EA54-F601-8F70-4986-97348B272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60E31-6086-5253-F06C-4B021F8C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9903D-CF6C-290D-AB97-208346C3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8D68A-792B-D456-F974-5615DED1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DCCD8-596F-3728-3DB4-3944E6DF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7209-6268-4E7C-7E1E-F03BD147A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34E22-8CA1-8AD0-4A65-DFD55FC2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813DF-B980-4E45-DB3A-AA3CD5A7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73C9C-F4CA-0D37-F75F-E83EAA6B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04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9D36-40A3-D0BB-EDA0-C3CB668D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1A35E-CC0E-A3D0-2527-DDDC889A3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CB3F4-32CA-F3D6-EC15-9BED8B401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CC86D-C2BA-0D14-7D29-81074D1F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40306-0EC5-5BF6-152E-665BF6C01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E002D-2440-D19C-D9EF-7544546F6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81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CFBA-7DF6-A8D3-9C4A-688DB700E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67A42-3A4F-693F-5F43-E6B1D0079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0E1AA-E99E-5C02-FD76-68FCB153F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15817B-00DC-FE31-6577-2A56D7BAB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4226B-3D01-F210-C276-4188D4609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584288-3C26-4FBE-E7F7-845D1EBF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F2FC5-C58D-1748-99D5-F8270BE3A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D6217-9673-7E6B-7A14-66708BD9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275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D364-D29A-68A2-300D-9FFCC778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E56B7-4D2F-4603-D47B-900D2ED0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E47A5-81D3-10AC-2036-52E22170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641FE-0E41-CEF5-B3EE-64DD1771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25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3DE6E-6848-9A89-8E96-BAEF6553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4B91D9-D83A-4DDE-3512-28E4EF45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B824F-25C3-AFC9-3189-BF6B85E2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93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0662-4EB3-F9F5-7F7C-1EBD941A5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FACF-2F9E-4294-4671-09E1335C6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82D26-B764-D07E-038B-BD8C39D22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5D52D-7FF1-652B-ACEC-634CCDD1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07FB7-7BD3-294E-7EDD-8EF1A071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BF1FF-28B9-CB38-511E-0674DA74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89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1923-C7FF-0B7E-2F5B-EE1B2FFC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A4BEA-2158-3203-3440-CC51AD099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C3FC7-B9AF-3400-CC94-56AF0331D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CC624-1D0A-392A-118F-A6C5ECB7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8F19C-B73D-F15D-212F-7EA8FB9D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E4920-4FF6-7A3C-64F3-F9A8295A6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7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F0A5-6449-CDE0-0BC0-931D0F00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23C9F-344D-691E-701A-A6D2DAEAF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6999A-425E-D780-E458-D60B73F9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D64A7-9C55-6CC6-65C9-9CAFD375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678CE-BE87-A056-225D-DEB0704A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281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FC25F-CAC4-F96D-A7F1-82F826280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0FE96-5360-DF0A-B0DD-35847D3AB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548E7-0553-8608-CEAC-BABD7ECD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40C13-B9C9-7B29-7384-366494CA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00748-2B3D-4EE7-3D4B-7A048FD5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4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B78A2-2954-52D3-BF13-60CCC524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937BA-6EC7-6417-D393-E291DE081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9934D-2F06-6BA0-EE40-34F1D9B7D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B7C66-34D7-4A48-AE21-DBC15FE6BEA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FF14D-7240-7817-4FA0-C3946E17A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DA5F2-1C54-FB07-B6E0-F22F04436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81B8-2490-4296-BA5B-5FEAD9247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23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5F8DF2-E6A8-DC3E-5056-D486146E3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771"/>
            <a:ext cx="12192000" cy="64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6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F948C9-C483-CE09-1B78-16DF667D3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339"/>
            <a:ext cx="12192000" cy="636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5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69FC-467E-9775-EC60-A4C67173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1BEA0A-B9C0-D87E-B813-B0FC316F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67" y="0"/>
            <a:ext cx="7164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3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931A2-55FE-7F28-67DC-DC0A732D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17FF54-67BC-0D3D-7A3A-A2A44B65B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619"/>
            <a:ext cx="12192000" cy="639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4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3BC3-484A-2EF9-8249-CC287826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DFF77-E1F6-81A3-5E6C-EE2E0BBB3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17"/>
            <a:ext cx="12192000" cy="66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125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382F1-1B86-80DF-039B-2B4E601F4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7B5FA-ADB9-EDE5-0E06-DA27EB9D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594"/>
            <a:ext cx="12192000" cy="647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01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D121-1531-D880-700B-87D3ED73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AAA07F-0810-3096-DE72-9803298CF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051"/>
            <a:ext cx="12192000" cy="64298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F3FA20-E5CB-F487-4AAA-081D15195B36}"/>
              </a:ext>
            </a:extLst>
          </p:cNvPr>
          <p:cNvSpPr/>
          <p:nvPr/>
        </p:nvSpPr>
        <p:spPr>
          <a:xfrm>
            <a:off x="2448560" y="2092960"/>
            <a:ext cx="2692400" cy="1158240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394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4B23-ED76-FCDB-2056-DEB92C810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[Click here to view the live app](https://library-project-ocx1.onrender.com)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new link</a:t>
            </a:r>
            <a:br>
              <a:rPr lang="en-US" sz="1600" dirty="0"/>
            </a:br>
            <a:r>
              <a:rPr lang="en-US" sz="1600" dirty="0"/>
              <a:t>https://library-project-w08d.onrender.com</a:t>
            </a: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846D7-4C96-D225-AB54-A818E0DCD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24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584146-1781-5BA8-3B9E-8F08F0D13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194"/>
            <a:ext cx="12192000" cy="613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06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FE8AF1-8AF4-947F-5767-558D7F195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042"/>
            <a:ext cx="12192000" cy="648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93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013DD4-AC51-56EC-A86C-2182A65E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971"/>
            <a:ext cx="12192000" cy="646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02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30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[Click here to view the live app](https://library-project-ocx1.onrender.com)   new link https://library-project-w08d.onrender.com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Mirudhula A</dc:creator>
  <cp:lastModifiedBy>Mirudhula A</cp:lastModifiedBy>
  <cp:revision>2</cp:revision>
  <dcterms:created xsi:type="dcterms:W3CDTF">2026-09-06T06:11:35Z</dcterms:created>
  <dcterms:modified xsi:type="dcterms:W3CDTF">2026-09-06T07:17:17Z</dcterms:modified>
</cp:coreProperties>
</file>